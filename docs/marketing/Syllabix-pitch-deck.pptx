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Syllabix certifie les compétences numériques par des épreuves pratiques sur de vrais fichiers, dans le contexte africain. Stade pilote assumé.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: des compétences bien réelles mais non certifiées, un frein à l’employabilité, et peu d’outils adaptés au contexte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solution : évaluer par la pratique, certifier de façon vérifiable, et récompenser par des badges partageables. Chiffres structurels, réels par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temps : défi gratuit (accroche), entraînement, puis certification. Le défi rend le tout viral et sans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référentiel : 7 domaines, 21 compétences. Couvre le socle numérique jusqu’à l’IA et l’employabilité.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différenciateurs : pratique, local, viral, vérifiable.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cascade : les apprenants créent la preuve, qui ouvre les écoles/entreprises, qui ouvrent l’institutionnel.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: gratuit pour amorcer, certification par code, paiement Mobile Money à venir. B2B (vouchers partenaires) au cœur.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Transparence : produit en ligne et fonctionnel, mais stade pilote assumé, aucune fausse caution. On cherche des partenaires pilotes.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Appel à l’action différencié par public. Toujours une classe/équipe pilote pour commencer.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et appel à l’action : tester, découvrir, devenir partenaire. Rappel de la posture honnête.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840480" cy="3840480"/>
          </a:xfrm>
          <a:prstGeom prst="ellipse">
            <a:avLst/>
          </a:prstGeom>
          <a:solidFill>
            <a:srgbClr val="2A2F8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822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Syllabix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18488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des compétences numériques — Afrique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869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et 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compétences numériques,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épreuves pratiques sur de vrais fichiers.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Adaptée au contexte ivoirien et africain. Gratuite pour l’apprenant au démarrage.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3297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532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PILOTE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syllabix.net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compétences numériques réelles, mais rarement prouvées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décalage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jeunes et de salariés utilisent le numérique au quotidien, sans aucune certification qui l’atteste auprès d’un employeur.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51460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frein à l’emploi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preuve objective de niveau, difficile de se démarquer — pour le candidat comme pour l’entreprise qui recrute.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51460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d’outils adaptés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8404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référentiels existants sont souvent hors-sol : ni Mobile Money, ni applications locales, ni réalités du terrain africain.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qui évalue, entraîne et certifie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6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Syllabix mesure le niveau numérique par des mises en situation concrètes — puis délivre un certificat vérifiable en ligne, valable 2 ans, et des badges partageables.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0267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32004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0267A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8892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32004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0267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93776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32004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0267A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1h45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8660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32004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0267A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354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Épreuves pratiques sur de vrais fichiers Excel, Word et PDF — pas seulement du QCM.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test sans engagement au certificat reconnu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2350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ton niveau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27706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gratuit de 15 minutes, sans compte. La porte d’entrée sans friction.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840480"/>
            <a:ext cx="685800" cy="6858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40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3767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Entraîne-toi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41879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modules, exercices adaptatifs, feedback immédiat après chaque réponse.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257800"/>
            <a:ext cx="685800" cy="6858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257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5184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Certifie-toi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56052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vérifiable en ligne (2 ans) + badges partageables sur LinkedIn et WhatsApp.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domaines, du poste de travail à l’intelligence artificielle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Ordinateur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38144" y="2148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2464" y="2441448"/>
            <a:ext cx="548640" cy="54864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0" name="Text 8"/>
          <p:cNvSpPr/>
          <p:nvPr/>
        </p:nvSpPr>
        <p:spPr>
          <a:xfrm>
            <a:off x="3712464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4176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2148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2441448"/>
            <a:ext cx="548640" cy="54864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34272" y="2148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08592" y="2441448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9308592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90304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Bureautique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178808"/>
            <a:ext cx="548640" cy="54864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818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38144" y="38862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12464" y="4178808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94176" y="4818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36208" y="38862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4178808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4818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Employabilité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couvre 3 compétences concrètes, évaluées en situation.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NOUS DISTINGUE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Concret, local, et fait pour se partager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87168"/>
            <a:ext cx="566928" cy="56692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4140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Épreuves pratiques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8163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 vrais fichiers Excel, Word, PDF. On évalue ce que la personne sait faire, pas ce qu’elle sait réciter.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487168"/>
            <a:ext cx="566928" cy="5669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4140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local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8163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Money, applications africaines, situations du quotidien ivoirien. Un référentiel qui parle au terrain.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178808"/>
            <a:ext cx="566928" cy="5669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410565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viraux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5079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réussite se partage sur les réseaux et fait grandir la communauté des certifiés.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78808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410565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Vérifiable &amp; daté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9480" y="45079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consultable en ligne par n’importe quel employeur, valable 2 ans.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communauté qui se construit en cascade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30168" cy="3108960"/>
          </a:xfrm>
          <a:prstGeom prst="roundRect">
            <a:avLst>
              <a:gd name="adj" fmla="val 3529"/>
            </a:avLst>
          </a:prstGeom>
          <a:solidFill>
            <a:srgbClr val="1B227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E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Demandeurs d’emploi, salariés, curieux : ils testent, s’entraînent et se certifient — gratuitement au démarrage.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630168" cy="3108960"/>
          </a:xfrm>
          <a:prstGeom prst="roundRect">
            <a:avLst>
              <a:gd name="adj" fmla="val 3529"/>
            </a:avLst>
          </a:prstGeom>
          <a:solidFill>
            <a:srgbClr val="1B227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&amp; entreprises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703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E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amènent des cohortes, suivent la progression via un tableau de bord, et valorisent leurs profils.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630168" cy="3108960"/>
          </a:xfrm>
          <a:prstGeom prst="roundRect">
            <a:avLst>
              <a:gd name="adj" fmla="val 3529"/>
            </a:avLst>
          </a:prstGeom>
          <a:solidFill>
            <a:srgbClr val="1B2270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4964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&amp; programmes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49640" y="3703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E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s’appuient sur des pilotes mesurés au service de l’employabilité et de l’inclusion numérique.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étage fabrique la preuve qui convainc le suivant.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pour amorcer, soutenable ensuite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3016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Défi, entraînement, badges d’apprentissage. Le carburant qui fait connaître la plateforme.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63016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4688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CEF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DE CERTIFICATION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certification se débloque par un code — offert aux premiers, distribué aux partenaires (dotations, campagnes).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63016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9640" y="24688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BIENTÔT PAYANT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9640" y="32461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 (Orange, MTN, Moov, Wave) et carte, et lots pour les partenaires.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stade pilote, tout est gratuit : on construit d’abord la communauté et la preuve.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EN SOMMES-NOUS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qui fonctionne, une posture honnête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ligne, aujourd’hui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944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fonctionnelle et accessible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356616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34472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public, entraînement, certification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406908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3950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vérifiables &amp; badges partageables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457200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44531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pour les organisations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19456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121854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honnêteté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37960" y="301752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au stade pilote. Nous ne communiquons aucun chiffre d’usage ni aucune caution que nous ne pouvons prouver.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cherchons : des partenaires pilotes pour valider et faire grandir la plateforme ensemble.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PASSONS À L’ACTION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Devenez partenaire pilote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267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&amp; universités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6517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Lancez une cohorte pilote : dotation de codes offerts, suivi de progression, certificat qui valorise l’établissement.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6118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3502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8862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le niveau numérique réel de vos candidats et employés, avec un reporting clair par compétence.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846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4736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120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Co-construisons un outil pilote mesurable au service de l’employabilité et de l’inclusion numérique.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4630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Faisons grandir la communauté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certifiés numériques.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défi, découvrir les modules, ou devenir partenaire 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syllabix.net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8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: /partenariats     ·     Défi : /defi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pilote — nous n’affirmons rien que nous ne puissions prouver.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2026-07-20T08:11:38Z</dcterms:created>
  <dcterms:modified xsi:type="dcterms:W3CDTF">2026-07-20T08:11:38Z</dcterms:modified>
</cp:coreProperties>
</file>