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l'impact local. Mot-clé du présentateur : BAOBAB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37E"/>
                </a:solidFill>
              </a:rPr>
              <a:t>Projet Syllabix Market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Plateforme de vente en ligne pour commerçants locaux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</a:rPr>
              <a:t>Objectifs du projet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Digitaliser 500 boutiques en 12 mois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Former les commerçants aux outils numériques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Faciliter les paiements par Mobile Money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1C1C"/>
                </a:solidFill>
              </a:rPr>
              <a:t>Budget confidentiel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3333"/>
                </a:solidFill>
              </a:rPr>
              <a:t>Code de validation : 7412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2026-07-07T23:15:29Z</dcterms:created>
  <dcterms:modified xsi:type="dcterms:W3CDTF">2026-07-07T23:15:29Z</dcterms:modified>
</cp:coreProperties>
</file>